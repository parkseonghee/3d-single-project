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b6452c1062483c" /><Relationship Type="http://schemas.openxmlformats.org/officeDocument/2006/relationships/extended-properties" Target="/docProps/app.xml" Id="Rc0b448e20ddf49eb" /><Relationship Type="http://schemas.openxmlformats.org/officeDocument/2006/relationships/officeDocument" Target="/ppt/presentation.xml" Id="Rd8b7100bf762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5253d2fae642fa"/>
  </p:sldMasterIdLst>
  <p:notesMasterIdLst>
    <p:notesMasterId xmlns:r="http://schemas.openxmlformats.org/officeDocument/2006/relationships" r:id="R806b64da630844a0"/>
  </p:notesMasterIdLst>
  <p:sldIdLst>
    <p:sldId xmlns:r="http://schemas.openxmlformats.org/officeDocument/2006/relationships" id="256" r:id="Re9d905b51f4f473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1302d9a0841a9" /><Relationship Type="http://schemas.openxmlformats.org/officeDocument/2006/relationships/slideMaster" Target="/ppt/slideMasters/slideMaster1.xml" Id="Rd55253d2fae642fa" /><Relationship Type="http://schemas.openxmlformats.org/officeDocument/2006/relationships/notesMaster" Target="/ppt/notesMasters/notesMaster1.xml" Id="R806b64da630844a0" /><Relationship Type="http://schemas.openxmlformats.org/officeDocument/2006/relationships/presProps" Target="/ppt/presProps.xml" Id="Rab392e0ffe624ccd" /><Relationship Type="http://schemas.openxmlformats.org/officeDocument/2006/relationships/tableStyles" Target="/ppt/tableStyles.xml" Id="Rb65d40bde39045e7" /><Relationship Type="http://schemas.openxmlformats.org/officeDocument/2006/relationships/slide" Target="/ppt/slides/slide1.xml" Id="Re9d905b51f4f47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5dfc2c50c54a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a85bd5ed24e0e" /><Relationship Type="http://schemas.openxmlformats.org/officeDocument/2006/relationships/notesMaster" Target="/ppt/notesMasters/notesMaster1.xml" Id="R1bd387fa929d4f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e776acd4a44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69cbe212c4e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6f63be47b46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b09454a0844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d746c9fa940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9edb5d40d4d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5B25DB-2F16-4CB1-82D6-F036A2305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BD4D3D-82B1-41D6-9888-D6DEF5FA34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8D1298-6E6B-4518-96BC-5BFD4B517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669CF6-D0E5-4C49-B8D1-EF8265119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B21484-51C9-4470-82FD-5C7F2A4D7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D443CC-3736-4207-A466-9919CD5729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B41C86-71ED-41EB-8539-9EB1DFCB17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1D4AB6-21C4-412C-9012-436994FDFA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59F7A8-3892-4A5C-8967-380B943C3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9F8999-BFA9-4CFF-841D-722C46266E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95037fdf9c4223" /><Relationship Type="http://schemas.openxmlformats.org/officeDocument/2006/relationships/slideLayout" Target="/ppt/slideLayouts/slideLayout1.xml" Id="R6af5d7a9b02a49f2" /><Relationship Type="http://schemas.openxmlformats.org/officeDocument/2006/relationships/slideLayout" Target="/ppt/slideLayouts/slideLayout2.xml" Id="Re8615476914843b8" /><Relationship Type="http://schemas.openxmlformats.org/officeDocument/2006/relationships/slideLayout" Target="/ppt/slideLayouts/slideLayout3.xml" Id="R20768263924245d4" /><Relationship Type="http://schemas.openxmlformats.org/officeDocument/2006/relationships/slideLayout" Target="/ppt/slideLayouts/slideLayout4.xml" Id="R0215a9fd7edb433f" /><Relationship Type="http://schemas.openxmlformats.org/officeDocument/2006/relationships/slideLayout" Target="/ppt/slideLayouts/slideLayout5.xml" Id="R0ee5a39884254e1e" /><Relationship Type="http://schemas.openxmlformats.org/officeDocument/2006/relationships/slideLayout" Target="/ppt/slideLayouts/slideLayout6.xml" Id="R336f3221ae6744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5d7a9b02a49f2"/>
    <p:sldLayoutId xmlns:r="http://schemas.openxmlformats.org/officeDocument/2006/relationships" id="2147483650" r:id="Re8615476914843b8"/>
    <p:sldLayoutId xmlns:r="http://schemas.openxmlformats.org/officeDocument/2006/relationships" id="2147483651" r:id="R20768263924245d4"/>
    <p:sldLayoutId xmlns:r="http://schemas.openxmlformats.org/officeDocument/2006/relationships" id="2147483652" r:id="R0215a9fd7edb433f"/>
    <p:sldLayoutId xmlns:r="http://schemas.openxmlformats.org/officeDocument/2006/relationships" id="2147483653" r:id="R0ee5a39884254e1e"/>
    <p:sldLayoutId xmlns:r="http://schemas.openxmlformats.org/officeDocument/2006/relationships" id="2147483654" r:id="R336f3221ae6744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c2e6dda9794704" /><Relationship Type="http://schemas.openxmlformats.org/officeDocument/2006/relationships/image" Target="/ppt/media/image.png" Id="Rd70c0eefb16b46a2" /><Relationship Type="http://schemas.openxmlformats.org/officeDocument/2006/relationships/notesSlide" Target="/ppt/notesSlides/notesSlide1.xml" Id="R9ede40fbd7894d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94DE4-D4AA-4F52-A443-BF90FC2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001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00">
                <a:solidFill>
                  <a:srgbClr val="9E9E9E"/>
                </a:solidFill>
              </a:defRPr>
            </a:defPPr>
            <a:lvl1pPr>
              <a:defRPr sz="1300">
                <a:solidFill>
                  <a:srgbClr val="9E9E9E"/>
                </a:solidFill>
              </a:defRPr>
            </a:lvl1pPr>
            <a:lvl2pPr>
              <a:defRPr sz="1300">
                <a:solidFill>
                  <a:srgbClr val="9E9E9E"/>
                </a:solidFill>
              </a:defRPr>
            </a:lvl2pPr>
            <a:lvl3pPr>
              <a:defRPr sz="1300">
                <a:solidFill>
                  <a:srgbClr val="9E9E9E"/>
                </a:solidFill>
              </a:defRPr>
            </a:lvl3pPr>
            <a:lvl4pPr>
              <a:defRPr sz="1300">
                <a:solidFill>
                  <a:srgbClr val="9E9E9E"/>
                </a:solidFill>
              </a:defRPr>
            </a:lvl4pPr>
            <a:lvl5pPr>
              <a:defRPr sz="1300">
                <a:solidFill>
                  <a:srgbClr val="9E9E9E"/>
                </a:solidFill>
              </a:defRPr>
            </a:lvl5pPr>
            <a:lvl6pPr>
              <a:defRPr sz="1300">
                <a:solidFill>
                  <a:srgbClr val="9E9E9E"/>
                </a:solidFill>
              </a:defRPr>
            </a:lvl6pPr>
            <a:lvl7pPr>
              <a:defRPr sz="1300">
                <a:solidFill>
                  <a:srgbClr val="9E9E9E"/>
                </a:solidFill>
              </a:defRPr>
            </a:lvl7pPr>
            <a:lvl8pPr>
              <a:defRPr sz="1300">
                <a:solidFill>
                  <a:srgbClr val="9E9E9E"/>
                </a:solidFill>
              </a:defRPr>
            </a:lvl8pPr>
            <a:lvl9pPr>
              <a:defRPr sz="1300">
                <a:solidFill>
                  <a:srgbClr val="9E9E9E"/>
                </a:solidFill>
              </a:defRPr>
            </a:lvl9pPr>
          </a:lstStyle>
          <a:p xmlns:a="http://schemas.openxmlformats.org/drawingml/2006/main">
            <a:pPr>
              <a:defRPr sz="1300">
                <a:solidFill>
                  <a:srgbClr val="9E9E9E"/>
                </a:solidFill>
              </a:defRPr>
            </a:pPr>
            <a:r>
              <a:rPr sz="1300">
                <a:solidFill>
                  <a:srgbClr val="9E9E9E"/>
                </a:solidFill>
              </a:rPr>
              <a:t>GOAL &amp;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2DDBE-4184-4CD5-89DA-660764F7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85875"/>
            <a:ext cx="1533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00">
                <a:solidFill>
                  <a:srgbClr val="668EFD"/>
                </a:solidFill>
              </a:defRPr>
            </a:defPPr>
            <a:lvl1pPr>
              <a:defRPr sz="3400">
                <a:solidFill>
                  <a:srgbClr val="668EFD"/>
                </a:solidFill>
              </a:defRPr>
            </a:lvl1pPr>
            <a:lvl2pPr>
              <a:defRPr sz="3400">
                <a:solidFill>
                  <a:srgbClr val="668EFD"/>
                </a:solidFill>
              </a:defRPr>
            </a:lvl2pPr>
            <a:lvl3pPr>
              <a:defRPr sz="3400">
                <a:solidFill>
                  <a:srgbClr val="668EFD"/>
                </a:solidFill>
              </a:defRPr>
            </a:lvl3pPr>
            <a:lvl4pPr>
              <a:defRPr sz="3400">
                <a:solidFill>
                  <a:srgbClr val="668EFD"/>
                </a:solidFill>
              </a:defRPr>
            </a:lvl4pPr>
            <a:lvl5pPr>
              <a:defRPr sz="3400">
                <a:solidFill>
                  <a:srgbClr val="668EFD"/>
                </a:solidFill>
              </a:defRPr>
            </a:lvl5pPr>
            <a:lvl6pPr>
              <a:defRPr sz="3400">
                <a:solidFill>
                  <a:srgbClr val="668EFD"/>
                </a:solidFill>
              </a:defRPr>
            </a:lvl6pPr>
            <a:lvl7pPr>
              <a:defRPr sz="3400">
                <a:solidFill>
                  <a:srgbClr val="668EFD"/>
                </a:solidFill>
              </a:defRPr>
            </a:lvl7pPr>
            <a:lvl8pPr>
              <a:defRPr sz="3400">
                <a:solidFill>
                  <a:srgbClr val="668EFD"/>
                </a:solidFill>
              </a:defRPr>
            </a:lvl8pPr>
            <a:lvl9pPr>
              <a:defRPr sz="3400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3400">
                <a:solidFill>
                  <a:srgbClr val="668EFD"/>
                </a:solidFill>
              </a:defRPr>
            </a:pPr>
            <a:r>
              <a:rPr sz="3400">
                <a:solidFill>
                  <a:srgbClr val="668EFD"/>
                </a:solidFill>
              </a:rPr>
              <a:t>목표 및 학습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A802B-F9A8-43AB-8CE9-D6480E29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1533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00">
                <a:solidFill>
                  <a:srgbClr val="4E4E4E"/>
                </a:solidFill>
              </a:defRPr>
            </a:defPPr>
            <a:lvl1pPr>
              <a:defRPr sz="2000">
                <a:solidFill>
                  <a:srgbClr val="4E4E4E"/>
                </a:solidFill>
              </a:defRPr>
            </a:lvl1pPr>
            <a:lvl2pPr>
              <a:defRPr sz="2000">
                <a:solidFill>
                  <a:srgbClr val="4E4E4E"/>
                </a:solidFill>
              </a:defRPr>
            </a:lvl2pPr>
            <a:lvl3pPr>
              <a:defRPr sz="2000">
                <a:solidFill>
                  <a:srgbClr val="4E4E4E"/>
                </a:solidFill>
              </a:defRPr>
            </a:lvl3pPr>
            <a:lvl4pPr>
              <a:defRPr sz="2000">
                <a:solidFill>
                  <a:srgbClr val="4E4E4E"/>
                </a:solidFill>
              </a:defRPr>
            </a:lvl4pPr>
            <a:lvl5pPr>
              <a:defRPr sz="2000">
                <a:solidFill>
                  <a:srgbClr val="4E4E4E"/>
                </a:solidFill>
              </a:defRPr>
            </a:lvl5pPr>
            <a:lvl6pPr>
              <a:defRPr sz="2000">
                <a:solidFill>
                  <a:srgbClr val="4E4E4E"/>
                </a:solidFill>
              </a:defRPr>
            </a:lvl6pPr>
            <a:lvl7pPr>
              <a:defRPr sz="2000">
                <a:solidFill>
                  <a:srgbClr val="4E4E4E"/>
                </a:solidFill>
              </a:defRPr>
            </a:lvl7pPr>
            <a:lvl8pPr>
              <a:defRPr sz="2000">
                <a:solidFill>
                  <a:srgbClr val="4E4E4E"/>
                </a:solidFill>
              </a:defRPr>
            </a:lvl8pPr>
            <a:lvl9pPr>
              <a:defRPr sz="2000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2000">
                <a:solidFill>
                  <a:srgbClr val="4E4E4E"/>
                </a:solidFill>
              </a:defRPr>
            </a:pPr>
            <a:r>
              <a:rPr sz="2000">
                <a:solidFill>
                  <a:srgbClr val="4E4E4E"/>
                </a:solidFill>
              </a:rPr>
              <a:t>현재 개발 중인 3D 개인 프로젝트를 완성하며 전투 시스템과 최적화 경험을 넓히겠습니다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6EA4C-7576-4293-99CA-57F019BF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1533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668EFD"/>
                </a:solidFill>
              </a:defRPr>
            </a:defPPr>
            <a:lvl1pPr>
              <a:defRPr sz="1725">
                <a:solidFill>
                  <a:srgbClr val="668EFD"/>
                </a:solidFill>
              </a:defRPr>
            </a:lvl1pPr>
            <a:lvl2pPr>
              <a:defRPr sz="1725">
                <a:solidFill>
                  <a:srgbClr val="668EFD"/>
                </a:solidFill>
              </a:defRPr>
            </a:lvl2pPr>
            <a:lvl3pPr>
              <a:defRPr sz="1725">
                <a:solidFill>
                  <a:srgbClr val="668EFD"/>
                </a:solidFill>
              </a:defRPr>
            </a:lvl3pPr>
            <a:lvl4pPr>
              <a:defRPr sz="1725">
                <a:solidFill>
                  <a:srgbClr val="668EFD"/>
                </a:solidFill>
              </a:defRPr>
            </a:lvl4pPr>
            <a:lvl5pPr>
              <a:defRPr sz="1725">
                <a:solidFill>
                  <a:srgbClr val="668EFD"/>
                </a:solidFill>
              </a:defRPr>
            </a:lvl5pPr>
            <a:lvl6pPr>
              <a:defRPr sz="1725">
                <a:solidFill>
                  <a:srgbClr val="668EFD"/>
                </a:solidFill>
              </a:defRPr>
            </a:lvl6pPr>
            <a:lvl7pPr>
              <a:defRPr sz="1725">
                <a:solidFill>
                  <a:srgbClr val="668EFD"/>
                </a:solidFill>
              </a:defRPr>
            </a:lvl7pPr>
            <a:lvl8pPr>
              <a:defRPr sz="1725">
                <a:solidFill>
                  <a:srgbClr val="668EFD"/>
                </a:solidFill>
              </a:defRPr>
            </a:lvl8pPr>
            <a:lvl9pPr>
              <a:defRPr sz="1725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668EFD"/>
                </a:solidFill>
              </a:defRPr>
            </a:pPr>
            <a:r>
              <a:rPr sz="1725">
                <a:solidFill>
                  <a:srgbClr val="668EFD"/>
                </a:solidFill>
              </a:rPr>
              <a:t>취업 목표   2027년 상반기  /  라이브 서비스 게임 개발사 Unity 클라이언트 프로그래머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187C5-A68C-4243-8ACF-24A1B57B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76625"/>
            <a:ext cx="623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>
                <a:solidFill>
                  <a:srgbClr val="668EFD"/>
                </a:solidFill>
              </a:defRPr>
            </a:defPPr>
            <a:lvl1pPr>
              <a:defRPr sz="2325">
                <a:solidFill>
                  <a:srgbClr val="668EFD"/>
                </a:solidFill>
              </a:defRPr>
            </a:lvl1pPr>
            <a:lvl2pPr>
              <a:defRPr sz="2325">
                <a:solidFill>
                  <a:srgbClr val="668EFD"/>
                </a:solidFill>
              </a:defRPr>
            </a:lvl2pPr>
            <a:lvl3pPr>
              <a:defRPr sz="2325">
                <a:solidFill>
                  <a:srgbClr val="668EFD"/>
                </a:solidFill>
              </a:defRPr>
            </a:lvl3pPr>
            <a:lvl4pPr>
              <a:defRPr sz="2325">
                <a:solidFill>
                  <a:srgbClr val="668EFD"/>
                </a:solidFill>
              </a:defRPr>
            </a:lvl4pPr>
            <a:lvl5pPr>
              <a:defRPr sz="2325">
                <a:solidFill>
                  <a:srgbClr val="668EFD"/>
                </a:solidFill>
              </a:defRPr>
            </a:lvl5pPr>
            <a:lvl6pPr>
              <a:defRPr sz="2325">
                <a:solidFill>
                  <a:srgbClr val="668EFD"/>
                </a:solidFill>
              </a:defRPr>
            </a:lvl6pPr>
            <a:lvl7pPr>
              <a:defRPr sz="2325">
                <a:solidFill>
                  <a:srgbClr val="668EFD"/>
                </a:solidFill>
              </a:defRPr>
            </a:lvl7pPr>
            <a:lvl8pPr>
              <a:defRPr sz="2325">
                <a:solidFill>
                  <a:srgbClr val="668EFD"/>
                </a:solidFill>
              </a:defRPr>
            </a:lvl8pPr>
            <a:lvl9pPr>
              <a:defRPr sz="2325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2325">
                <a:solidFill>
                  <a:srgbClr val="668EFD"/>
                </a:solidFill>
              </a:defRPr>
            </a:pPr>
            <a:r>
              <a:rPr sz="2325">
                <a:solidFill>
                  <a:srgbClr val="668EFD"/>
                </a:solidFill>
              </a:rPr>
              <a:t>1단계  3D 개인 프로젝트 완성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A322-C3F8-4F9C-AF9F-E71AA44E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38600"/>
            <a:ext cx="623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9E9E9E"/>
                </a:solidFill>
              </a:defRPr>
            </a:defPPr>
            <a:lvl1pPr>
              <a:defRPr sz="1575">
                <a:solidFill>
                  <a:srgbClr val="9E9E9E"/>
                </a:solidFill>
              </a:defRPr>
            </a:lvl1pPr>
            <a:lvl2pPr>
              <a:defRPr sz="1575">
                <a:solidFill>
                  <a:srgbClr val="9E9E9E"/>
                </a:solidFill>
              </a:defRPr>
            </a:lvl2pPr>
            <a:lvl3pPr>
              <a:defRPr sz="1575">
                <a:solidFill>
                  <a:srgbClr val="9E9E9E"/>
                </a:solidFill>
              </a:defRPr>
            </a:lvl3pPr>
            <a:lvl4pPr>
              <a:defRPr sz="1575">
                <a:solidFill>
                  <a:srgbClr val="9E9E9E"/>
                </a:solidFill>
              </a:defRPr>
            </a:lvl4pPr>
            <a:lvl5pPr>
              <a:defRPr sz="1575">
                <a:solidFill>
                  <a:srgbClr val="9E9E9E"/>
                </a:solidFill>
              </a:defRPr>
            </a:lvl5pPr>
            <a:lvl6pPr>
              <a:defRPr sz="1575">
                <a:solidFill>
                  <a:srgbClr val="9E9E9E"/>
                </a:solidFill>
              </a:defRPr>
            </a:lvl6pPr>
            <a:lvl7pPr>
              <a:defRPr sz="1575">
                <a:solidFill>
                  <a:srgbClr val="9E9E9E"/>
                </a:solidFill>
              </a:defRPr>
            </a:lvl7pPr>
            <a:lvl8pPr>
              <a:defRPr sz="1575">
                <a:solidFill>
                  <a:srgbClr val="9E9E9E"/>
                </a:solidFill>
              </a:defRPr>
            </a:lvl8pPr>
            <a:lvl9pPr>
              <a:defRPr sz="1575">
                <a:solidFill>
                  <a:srgbClr val="9E9E9E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9E9E9E"/>
                </a:solidFill>
              </a:defRPr>
            </a:pPr>
            <a:r>
              <a:rPr sz="1575">
                <a:solidFill>
                  <a:srgbClr val="9E9E9E"/>
                </a:solidFill>
              </a:rPr>
              <a:t>졸업 전  2026.10 ~ 2027.02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B1604-64CF-4A96-A3BB-6FED92FE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623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>
                <a:solidFill>
                  <a:srgbClr val="4E4E4E"/>
                </a:solidFill>
              </a:defRPr>
            </a:defPPr>
            <a:lvl1pPr>
              <a:defRPr sz="1875">
                <a:solidFill>
                  <a:srgbClr val="4E4E4E"/>
                </a:solidFill>
              </a:defRPr>
            </a:lvl1pPr>
            <a:lvl2pPr>
              <a:defRPr sz="1875">
                <a:solidFill>
                  <a:srgbClr val="4E4E4E"/>
                </a:solidFill>
              </a:defRPr>
            </a:lvl2pPr>
            <a:lvl3pPr>
              <a:defRPr sz="1875">
                <a:solidFill>
                  <a:srgbClr val="4E4E4E"/>
                </a:solidFill>
              </a:defRPr>
            </a:lvl3pPr>
            <a:lvl4pPr>
              <a:defRPr sz="1875">
                <a:solidFill>
                  <a:srgbClr val="4E4E4E"/>
                </a:solidFill>
              </a:defRPr>
            </a:lvl4pPr>
            <a:lvl5pPr>
              <a:defRPr sz="1875">
                <a:solidFill>
                  <a:srgbClr val="4E4E4E"/>
                </a:solidFill>
              </a:defRPr>
            </a:lvl5pPr>
            <a:lvl6pPr>
              <a:defRPr sz="1875">
                <a:solidFill>
                  <a:srgbClr val="4E4E4E"/>
                </a:solidFill>
              </a:defRPr>
            </a:lvl6pPr>
            <a:lvl7pPr>
              <a:defRPr sz="1875">
                <a:solidFill>
                  <a:srgbClr val="4E4E4E"/>
                </a:solidFill>
              </a:defRPr>
            </a:lvl7pPr>
            <a:lvl8pPr>
              <a:defRPr sz="1875">
                <a:solidFill>
                  <a:srgbClr val="4E4E4E"/>
                </a:solidFill>
              </a:defRPr>
            </a:lvl8pPr>
            <a:lvl9pPr>
              <a:defRPr sz="1875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4E4E4E"/>
                </a:solidFill>
              </a:defRPr>
            </a:pPr>
            <a:r>
              <a:rPr sz="1875">
                <a:solidFill>
                  <a:srgbClr val="4E4E4E"/>
                </a:solidFill>
              </a:rPr>
              <a:t>Unity 6 / C# 부대 지휘 생존 게임</a:t>
            </a:r>
          </a:p>
          <a:p xmlns:a="http://schemas.openxmlformats.org/drawingml/2006/main">
            <a:pPr>
              <a:defRPr sz="1875">
                <a:solidFill>
                  <a:srgbClr val="4E4E4E"/>
                </a:solidFill>
              </a:defRPr>
            </a:pPr>
            <a:r>
              <a:rPr sz="1875">
                <a:solidFill>
                  <a:srgbClr val="4E4E4E"/>
                </a:solidFill>
              </a:rPr>
              <a:t>병력 편성, 개별 성장과 카드 선택으로 전투 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7C87A-803B-4BEA-AA83-654EC40C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72150"/>
            <a:ext cx="623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>
                <a:solidFill>
                  <a:srgbClr val="668EFD"/>
                </a:solidFill>
              </a:defRPr>
            </a:defPPr>
            <a:lvl1pPr>
              <a:defRPr sz="1875">
                <a:solidFill>
                  <a:srgbClr val="668EFD"/>
                </a:solidFill>
              </a:defRPr>
            </a:lvl1pPr>
            <a:lvl2pPr>
              <a:defRPr sz="1875">
                <a:solidFill>
                  <a:srgbClr val="668EFD"/>
                </a:solidFill>
              </a:defRPr>
            </a:lvl2pPr>
            <a:lvl3pPr>
              <a:defRPr sz="1875">
                <a:solidFill>
                  <a:srgbClr val="668EFD"/>
                </a:solidFill>
              </a:defRPr>
            </a:lvl3pPr>
            <a:lvl4pPr>
              <a:defRPr sz="1875">
                <a:solidFill>
                  <a:srgbClr val="668EFD"/>
                </a:solidFill>
              </a:defRPr>
            </a:lvl4pPr>
            <a:lvl5pPr>
              <a:defRPr sz="1875">
                <a:solidFill>
                  <a:srgbClr val="668EFD"/>
                </a:solidFill>
              </a:defRPr>
            </a:lvl5pPr>
            <a:lvl6pPr>
              <a:defRPr sz="1875">
                <a:solidFill>
                  <a:srgbClr val="668EFD"/>
                </a:solidFill>
              </a:defRPr>
            </a:lvl6pPr>
            <a:lvl7pPr>
              <a:defRPr sz="1875">
                <a:solidFill>
                  <a:srgbClr val="668EFD"/>
                </a:solidFill>
              </a:defRPr>
            </a:lvl7pPr>
            <a:lvl8pPr>
              <a:defRPr sz="1875">
                <a:solidFill>
                  <a:srgbClr val="668EFD"/>
                </a:solidFill>
              </a:defRPr>
            </a:lvl8pPr>
            <a:lvl9pPr>
              <a:defRPr sz="1875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668EFD"/>
                </a:solidFill>
              </a:defRPr>
            </a:pPr>
            <a:r>
              <a:rPr sz="1875">
                <a:solidFill>
                  <a:srgbClr val="668EFD"/>
                </a:solidFill>
              </a:rPr>
              <a:t>현재 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7917E-B02A-4092-B188-35E73B2C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72200"/>
            <a:ext cx="6238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>
                <a:solidFill>
                  <a:srgbClr val="4E4E4E"/>
                </a:solidFill>
              </a:defRPr>
            </a:defPPr>
            <a:lvl1pPr>
              <a:defRPr sz="1800">
                <a:solidFill>
                  <a:srgbClr val="4E4E4E"/>
                </a:solidFill>
              </a:defRPr>
            </a:lvl1pPr>
            <a:lvl2pPr>
              <a:defRPr sz="1800">
                <a:solidFill>
                  <a:srgbClr val="4E4E4E"/>
                </a:solidFill>
              </a:defRPr>
            </a:lvl2pPr>
            <a:lvl3pPr>
              <a:defRPr sz="1800">
                <a:solidFill>
                  <a:srgbClr val="4E4E4E"/>
                </a:solidFill>
              </a:defRPr>
            </a:lvl3pPr>
            <a:lvl4pPr>
              <a:defRPr sz="1800">
                <a:solidFill>
                  <a:srgbClr val="4E4E4E"/>
                </a:solidFill>
              </a:defRPr>
            </a:lvl4pPr>
            <a:lvl5pPr>
              <a:defRPr sz="1800">
                <a:solidFill>
                  <a:srgbClr val="4E4E4E"/>
                </a:solidFill>
              </a:defRPr>
            </a:lvl5pPr>
            <a:lvl6pPr>
              <a:defRPr sz="1800">
                <a:solidFill>
                  <a:srgbClr val="4E4E4E"/>
                </a:solidFill>
              </a:defRPr>
            </a:lvl6pPr>
            <a:lvl7pPr>
              <a:defRPr sz="1800">
                <a:solidFill>
                  <a:srgbClr val="4E4E4E"/>
                </a:solidFill>
              </a:defRPr>
            </a:lvl7pPr>
            <a:lvl8pPr>
              <a:defRPr sz="1800">
                <a:solidFill>
                  <a:srgbClr val="4E4E4E"/>
                </a:solidFill>
              </a:defRPr>
            </a:lvl8pPr>
            <a:lvl9pPr>
              <a:defRPr sz="1800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4E4E4E"/>
                </a:solidFill>
              </a:defRPr>
            </a:pPr>
            <a:r>
              <a:rPr sz="1800">
                <a:solidFill>
                  <a:srgbClr val="4E4E4E"/>
                </a:solidFill>
              </a:rPr>
              <a:t>병사별 전투와 스킬, 지휘관 지원 카드</a:t>
            </a:r>
          </a:p>
          <a:p xmlns:a="http://schemas.openxmlformats.org/drawingml/2006/main">
            <a:pPr>
              <a:defRPr sz="1800">
                <a:solidFill>
                  <a:srgbClr val="4E4E4E"/>
                </a:solidFill>
              </a:defRPr>
            </a:pPr>
            <a:r>
              <a:rPr sz="1800">
                <a:solidFill>
                  <a:srgbClr val="4E4E4E"/>
                </a:solidFill>
              </a:rPr>
              <a:t>Day별 웨이브와 보스 돌진 패턴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FF5D6-6C70-4103-8322-55035314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200900"/>
            <a:ext cx="623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>
                <a:solidFill>
                  <a:srgbClr val="668EFD"/>
                </a:solidFill>
              </a:defRPr>
            </a:defPPr>
            <a:lvl1pPr>
              <a:defRPr sz="1875">
                <a:solidFill>
                  <a:srgbClr val="668EFD"/>
                </a:solidFill>
              </a:defRPr>
            </a:lvl1pPr>
            <a:lvl2pPr>
              <a:defRPr sz="1875">
                <a:solidFill>
                  <a:srgbClr val="668EFD"/>
                </a:solidFill>
              </a:defRPr>
            </a:lvl2pPr>
            <a:lvl3pPr>
              <a:defRPr sz="1875">
                <a:solidFill>
                  <a:srgbClr val="668EFD"/>
                </a:solidFill>
              </a:defRPr>
            </a:lvl3pPr>
            <a:lvl4pPr>
              <a:defRPr sz="1875">
                <a:solidFill>
                  <a:srgbClr val="668EFD"/>
                </a:solidFill>
              </a:defRPr>
            </a:lvl4pPr>
            <a:lvl5pPr>
              <a:defRPr sz="1875">
                <a:solidFill>
                  <a:srgbClr val="668EFD"/>
                </a:solidFill>
              </a:defRPr>
            </a:lvl5pPr>
            <a:lvl6pPr>
              <a:defRPr sz="1875">
                <a:solidFill>
                  <a:srgbClr val="668EFD"/>
                </a:solidFill>
              </a:defRPr>
            </a:lvl6pPr>
            <a:lvl7pPr>
              <a:defRPr sz="1875">
                <a:solidFill>
                  <a:srgbClr val="668EFD"/>
                </a:solidFill>
              </a:defRPr>
            </a:lvl7pPr>
            <a:lvl8pPr>
              <a:defRPr sz="1875">
                <a:solidFill>
                  <a:srgbClr val="668EFD"/>
                </a:solidFill>
              </a:defRPr>
            </a:lvl8pPr>
            <a:lvl9pPr>
              <a:defRPr sz="1875">
                <a:solidFill>
                  <a:srgbClr val="668EFD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668EFD"/>
                </a:solidFill>
              </a:defRPr>
            </a:pPr>
            <a:r>
              <a:rPr sz="1875">
                <a:solidFill>
                  <a:srgbClr val="668EFD"/>
                </a:solidFill>
              </a:rPr>
              <a:t>완성 및 학습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FD5FA-A03E-4324-944B-A1F4F66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620000"/>
            <a:ext cx="623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4E4E4E"/>
                </a:solidFill>
              </a:defRPr>
            </a:defPPr>
            <a:lvl1pPr>
              <a:defRPr sz="1725">
                <a:solidFill>
                  <a:srgbClr val="4E4E4E"/>
                </a:solidFill>
              </a:defRPr>
            </a:lvl1pPr>
            <a:lvl2pPr>
              <a:defRPr sz="1725">
                <a:solidFill>
                  <a:srgbClr val="4E4E4E"/>
                </a:solidFill>
              </a:defRPr>
            </a:lvl2pPr>
            <a:lvl3pPr>
              <a:defRPr sz="1725">
                <a:solidFill>
                  <a:srgbClr val="4E4E4E"/>
                </a:solidFill>
              </a:defRPr>
            </a:lvl3pPr>
            <a:lvl4pPr>
              <a:defRPr sz="1725">
                <a:solidFill>
                  <a:srgbClr val="4E4E4E"/>
                </a:solidFill>
              </a:defRPr>
            </a:lvl4pPr>
            <a:lvl5pPr>
              <a:defRPr sz="1725">
                <a:solidFill>
                  <a:srgbClr val="4E4E4E"/>
                </a:solidFill>
              </a:defRPr>
            </a:lvl5pPr>
            <a:lvl6pPr>
              <a:defRPr sz="1725">
                <a:solidFill>
                  <a:srgbClr val="4E4E4E"/>
                </a:solidFill>
              </a:defRPr>
            </a:lvl6pPr>
            <a:lvl7pPr>
              <a:defRPr sz="1725">
                <a:solidFill>
                  <a:srgbClr val="4E4E4E"/>
                </a:solidFill>
              </a:defRPr>
            </a:lvl7pPr>
            <a:lvl8pPr>
              <a:defRPr sz="1725">
                <a:solidFill>
                  <a:srgbClr val="4E4E4E"/>
                </a:solidFill>
              </a:defRPr>
            </a:lvl8pPr>
            <a:lvl9pPr>
              <a:defRPr sz="1725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4E4E4E"/>
                </a:solidFill>
              </a:defRPr>
            </a:pPr>
            <a:r>
              <a:rPr sz="1725">
                <a:solidFill>
                  <a:srgbClr val="4E4E4E"/>
                </a:solidFill>
              </a:rPr>
              <a:t>전투 밸런스와 UI를 다듬어 플레이 빌드 완성</a:t>
            </a:r>
          </a:p>
          <a:p xmlns:a="http://schemas.openxmlformats.org/drawingml/2006/main">
            <a:pPr>
              <a:defRPr sz="1725">
                <a:solidFill>
                  <a:srgbClr val="4E4E4E"/>
                </a:solidFill>
              </a:defRPr>
            </a:pPr>
            <a:r>
              <a:rPr sz="1725">
                <a:solidFill>
                  <a:srgbClr val="4E4E4E"/>
                </a:solidFill>
              </a:rPr>
              <a:t>Profiler로 병목 측정 후 개선</a:t>
            </a:r>
          </a:p>
          <a:p xmlns:a="http://schemas.openxmlformats.org/drawingml/2006/main">
            <a:pPr>
              <a:defRPr sz="1725">
                <a:solidFill>
                  <a:srgbClr val="4E4E4E"/>
                </a:solidFill>
              </a:defRPr>
            </a:pPr>
            <a:r>
              <a:rPr sz="1725">
                <a:solidFill>
                  <a:srgbClr val="4E4E4E"/>
                </a:solidFill>
              </a:rPr>
              <a:t>이후 Android 빌드와 실제 기기 성능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9FA89-CFED-413B-B411-0BDF5139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429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>
                <a:solidFill>
                  <a:srgbClr val="9E9E9E"/>
                </a:solidFill>
              </a:defRPr>
            </a:defPPr>
            <a:lvl1pPr>
              <a:defRPr sz="1500">
                <a:solidFill>
                  <a:srgbClr val="9E9E9E"/>
                </a:solidFill>
              </a:defRPr>
            </a:lvl1pPr>
            <a:lvl2pPr>
              <a:defRPr sz="1500">
                <a:solidFill>
                  <a:srgbClr val="9E9E9E"/>
                </a:solidFill>
              </a:defRPr>
            </a:lvl2pPr>
            <a:lvl3pPr>
              <a:defRPr sz="1500">
                <a:solidFill>
                  <a:srgbClr val="9E9E9E"/>
                </a:solidFill>
              </a:defRPr>
            </a:lvl3pPr>
            <a:lvl4pPr>
              <a:defRPr sz="1500">
                <a:solidFill>
                  <a:srgbClr val="9E9E9E"/>
                </a:solidFill>
              </a:defRPr>
            </a:lvl4pPr>
            <a:lvl5pPr>
              <a:defRPr sz="1500">
                <a:solidFill>
                  <a:srgbClr val="9E9E9E"/>
                </a:solidFill>
              </a:defRPr>
            </a:lvl5pPr>
            <a:lvl6pPr>
              <a:defRPr sz="1500">
                <a:solidFill>
                  <a:srgbClr val="9E9E9E"/>
                </a:solidFill>
              </a:defRPr>
            </a:lvl6pPr>
            <a:lvl7pPr>
              <a:defRPr sz="1500">
                <a:solidFill>
                  <a:srgbClr val="9E9E9E"/>
                </a:solidFill>
              </a:defRPr>
            </a:lvl7pPr>
            <a:lvl8pPr>
              <a:defRPr sz="1500">
                <a:solidFill>
                  <a:srgbClr val="9E9E9E"/>
                </a:solidFill>
              </a:defRPr>
            </a:lvl8pPr>
            <a:lvl9pPr>
              <a:defRPr sz="1500">
                <a:solidFill>
                  <a:srgbClr val="9E9E9E"/>
                </a:solidFill>
              </a:defRPr>
            </a:lvl9pPr>
          </a:lstStyle>
          <a:p xmlns:a="http://schemas.openxmlformats.org/drawingml/2006/main">
            <a:pPr>
              <a:defRPr sz="1500">
                <a:solidFill>
                  <a:srgbClr val="9E9E9E"/>
                </a:solidFill>
              </a:defRPr>
            </a:pPr>
            <a:r>
              <a:rPr sz="1500">
                <a:solidFill>
                  <a:srgbClr val="9E9E9E"/>
                </a:solidFill>
              </a:rPr>
              <a:t>개발 중인 실제 전투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21B99-964E-43C6-841B-AABFD10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2106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>
                <a:solidFill>
                  <a:srgbClr val="4E4E4E"/>
                </a:solidFill>
              </a:defRPr>
            </a:defPPr>
            <a:lvl1pPr>
              <a:defRPr sz="1650">
                <a:solidFill>
                  <a:srgbClr val="4E4E4E"/>
                </a:solidFill>
              </a:defRPr>
            </a:lvl1pPr>
            <a:lvl2pPr>
              <a:defRPr sz="1650">
                <a:solidFill>
                  <a:srgbClr val="4E4E4E"/>
                </a:solidFill>
              </a:defRPr>
            </a:lvl2pPr>
            <a:lvl3pPr>
              <a:defRPr sz="1650">
                <a:solidFill>
                  <a:srgbClr val="4E4E4E"/>
                </a:solidFill>
              </a:defRPr>
            </a:lvl3pPr>
            <a:lvl4pPr>
              <a:defRPr sz="1650">
                <a:solidFill>
                  <a:srgbClr val="4E4E4E"/>
                </a:solidFill>
              </a:defRPr>
            </a:lvl4pPr>
            <a:lvl5pPr>
              <a:defRPr sz="1650">
                <a:solidFill>
                  <a:srgbClr val="4E4E4E"/>
                </a:solidFill>
              </a:defRPr>
            </a:lvl5pPr>
            <a:lvl6pPr>
              <a:defRPr sz="1650">
                <a:solidFill>
                  <a:srgbClr val="4E4E4E"/>
                </a:solidFill>
              </a:defRPr>
            </a:lvl6pPr>
            <a:lvl7pPr>
              <a:defRPr sz="1650">
                <a:solidFill>
                  <a:srgbClr val="4E4E4E"/>
                </a:solidFill>
              </a:defRPr>
            </a:lvl7pPr>
            <a:lvl8pPr>
              <a:defRPr sz="1650">
                <a:solidFill>
                  <a:srgbClr val="4E4E4E"/>
                </a:solidFill>
              </a:defRPr>
            </a:lvl8pPr>
            <a:lvl9pPr>
              <a:defRPr sz="1650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4E4E4E"/>
                </a:solidFill>
              </a:defRPr>
            </a:pPr>
            <a:r>
              <a:rPr sz="1650">
                <a:solidFill>
                  <a:srgbClr val="4E4E4E"/>
                </a:solidFill>
              </a:rPr>
              <a:t>2단계  입사 1년 차</a:t>
            </a:r>
          </a:p>
          <a:p xmlns:a="http://schemas.openxmlformats.org/drawingml/2006/main">
            <a:pPr>
              <a:defRPr sz="1650">
                <a:solidFill>
                  <a:srgbClr val="4E4E4E"/>
                </a:solidFill>
              </a:defRPr>
            </a:pPr>
            <a:r>
              <a:rPr sz="1650">
                <a:solidFill>
                  <a:srgbClr val="4E4E4E"/>
                </a:solidFill>
              </a:rPr>
              <a:t>코드 구조와 데이터 흐름을 익혀 콘텐츠 업데이트 담당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38E02-6450-4A84-9E57-69149941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210675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>
                <a:solidFill>
                  <a:srgbClr val="4E4E4E"/>
                </a:solidFill>
              </a:defRPr>
            </a:defPPr>
            <a:lvl1pPr>
              <a:defRPr sz="1650">
                <a:solidFill>
                  <a:srgbClr val="4E4E4E"/>
                </a:solidFill>
              </a:defRPr>
            </a:lvl1pPr>
            <a:lvl2pPr>
              <a:defRPr sz="1650">
                <a:solidFill>
                  <a:srgbClr val="4E4E4E"/>
                </a:solidFill>
              </a:defRPr>
            </a:lvl2pPr>
            <a:lvl3pPr>
              <a:defRPr sz="1650">
                <a:solidFill>
                  <a:srgbClr val="4E4E4E"/>
                </a:solidFill>
              </a:defRPr>
            </a:lvl3pPr>
            <a:lvl4pPr>
              <a:defRPr sz="1650">
                <a:solidFill>
                  <a:srgbClr val="4E4E4E"/>
                </a:solidFill>
              </a:defRPr>
            </a:lvl4pPr>
            <a:lvl5pPr>
              <a:defRPr sz="1650">
                <a:solidFill>
                  <a:srgbClr val="4E4E4E"/>
                </a:solidFill>
              </a:defRPr>
            </a:lvl5pPr>
            <a:lvl6pPr>
              <a:defRPr sz="1650">
                <a:solidFill>
                  <a:srgbClr val="4E4E4E"/>
                </a:solidFill>
              </a:defRPr>
            </a:lvl6pPr>
            <a:lvl7pPr>
              <a:defRPr sz="1650">
                <a:solidFill>
                  <a:srgbClr val="4E4E4E"/>
                </a:solidFill>
              </a:defRPr>
            </a:lvl7pPr>
            <a:lvl8pPr>
              <a:defRPr sz="1650">
                <a:solidFill>
                  <a:srgbClr val="4E4E4E"/>
                </a:solidFill>
              </a:defRPr>
            </a:lvl8pPr>
            <a:lvl9pPr>
              <a:defRPr sz="1650">
                <a:solidFill>
                  <a:srgbClr val="4E4E4E"/>
                </a:solidFill>
              </a:defRPr>
            </a:lvl9pPr>
          </a:lstStyle>
          <a:p xmlns:a="http://schemas.openxmlformats.org/drawingml/2006/main">
            <a:pPr>
              <a:defRPr sz="1650">
                <a:solidFill>
                  <a:srgbClr val="4E4E4E"/>
                </a:solidFill>
              </a:defRPr>
            </a:pPr>
            <a:r>
              <a:rPr sz="1650">
                <a:solidFill>
                  <a:srgbClr val="4E4E4E"/>
                </a:solidFill>
              </a:rPr>
              <a:t>3단계  입사 2~3년 차</a:t>
            </a:r>
          </a:p>
          <a:p xmlns:a="http://schemas.openxmlformats.org/drawingml/2006/main">
            <a:pPr>
              <a:defRPr sz="1650">
                <a:solidFill>
                  <a:srgbClr val="4E4E4E"/>
                </a:solidFill>
              </a:defRPr>
            </a:pPr>
            <a:r>
              <a:rPr sz="1650">
                <a:solidFill>
                  <a:srgbClr val="4E4E4E"/>
                </a:solidFill>
              </a:rPr>
              <a:t>데이터로 확장하는 콘텐츠 시스템 설계와 배포 담당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60D43-9C3E-4855-822D-8480AEFA2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c0eefb16b46a2"/>
          <a:stretch xmlns:a="http://schemas.openxmlformats.org/drawingml/2006/main"/>
        </p:blipFill>
        <p:spPr>
          <a:xfrm xmlns:a="http://schemas.openxmlformats.org/drawingml/2006/main">
            <a:off x="1466850" y="3476625"/>
            <a:ext cx="8572500" cy="48220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27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2026-10-23T09:04:05.2400000Z</dcterms:created>
  <dcterms:modified xsi:type="dcterms:W3CDTF">2026-10-23T09:04:05.2400000Z</dcterms:modified>
</coreProperties>
</file>